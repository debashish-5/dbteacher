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</a:rPr>
              <a:t>Tuple and Domain Relational Calculus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Understanding Relational Calculus in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Relational Calculus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Non-procedural query language</a:t>
            </a:r>
          </a:p>
          <a:p>
            <a:r>
              <a:t>- Specifies what to retrieve, not how</a:t>
            </a:r>
          </a:p>
          <a:p>
            <a:r>
              <a:t>- Two types: TRC &amp; DRC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Relational Calculus (TRC)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Uses tuple variables</a:t>
            </a:r>
          </a:p>
          <a:p>
            <a:r>
              <a:t>- Expressed as { t | P(t) }</a:t>
            </a:r>
          </a:p>
          <a:p>
            <a:r>
              <a:t>- Example: { t.Name | t ∈ Student ∧ t.Department = 'CS'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Relational Calculus (DRC)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Uses domain variables (column values)</a:t>
            </a:r>
          </a:p>
          <a:p>
            <a:r>
              <a:t>- Expressed as { &lt; d1, d2, ... &gt; | P(d1, d2, ...) }</a:t>
            </a:r>
          </a:p>
          <a:p>
            <a:r>
              <a:t>- Example: { d2 | ∃ d1, d3, d4 (Student(d1, d2, d3, d4) ∧ d4 = 'CS')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TRC vs. DRC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TRC uses tuple variables, DRC uses domain variables</a:t>
            </a:r>
          </a:p>
          <a:p>
            <a:r>
              <a:t>- TRC: { t.Name | t ∈ Employee ∧ t.Department = 'IT' }</a:t>
            </a:r>
          </a:p>
          <a:p>
            <a:r>
              <a:t>- DRC: { d2 | ∃ d1, d3, d4, d5 (Employee(d1, d2, d3, d4, d5) ∧ d4 = 'IT')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Queries in TRC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Find employees earning &gt; 60,000:</a:t>
            </a:r>
          </a:p>
          <a:p>
            <a:r>
              <a:t>  { t.Name | t ∈ Employee ∧ t.Salary &gt; 60000 }</a:t>
            </a:r>
          </a:p>
          <a:p>
            <a:r>
              <a:t>- Find HR employees younger than 30:</a:t>
            </a:r>
          </a:p>
          <a:p>
            <a:r>
              <a:t>  { t.Name | t ∈ Employee ∧ t.Department = 'HR' ∧ t.Age &lt; 30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Queries in DRC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Find employees earning &gt; 60,000:</a:t>
            </a:r>
          </a:p>
          <a:p>
            <a:r>
              <a:t>  { d2 | ∃ d1, d3, d4, d5 (Employee(d1, d2, d3, d4, d5) ∧ d5 &gt; 60000) }</a:t>
            </a:r>
          </a:p>
          <a:p>
            <a:r>
              <a:t>- Find HR employees younger than 30:</a:t>
            </a:r>
          </a:p>
          <a:p>
            <a:r>
              <a:t>  { d2 | ∃ d1, d3, d4, d5 (Employee(d1, d2, d3, d4, d5) ∧ d3 &lt; 30 ∧ d4 = 'HR')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TRC and DRC are declarative query languages</a:t>
            </a:r>
          </a:p>
          <a:p>
            <a:r>
              <a:t>- TRC: Works with tuples (rows)</a:t>
            </a:r>
          </a:p>
          <a:p>
            <a:r>
              <a:t>- DRC: Works with domains (columns)</a:t>
            </a:r>
          </a:p>
          <a:p>
            <a:r>
              <a:t>- Used as a foundation for 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Tuple and Domain Relational Calculus</vt:lpstr>
      <vt:lpstr>Introduction to Relational Calculus</vt:lpstr>
      <vt:lpstr>Tuple Relational Calculus (TRC)</vt:lpstr>
      <vt:lpstr>Domain Relational Calculus (DRC)</vt:lpstr>
      <vt:lpstr>TRC vs. DRC Comparison</vt:lpstr>
      <vt:lpstr>Example Queries in TRC</vt:lpstr>
      <vt:lpstr>Example Queries in DRC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Tuple and Domain Relational Calculus</dc:title>
  <dc:subject/>
  <dc:creator/>
  <cp:keywords/>
  <dc:description>generated using python-pptx</dc:description>
  <cp:lastModifiedBy>Subhasish_Mohapatra</cp:lastModifiedBy>
  <cp:revision>2</cp:revision>
  <dcterms:created xsi:type="dcterms:W3CDTF">2013-01-27T09:14:16Z</dcterms:created>
  <dcterms:modified xsi:type="dcterms:W3CDTF">2025-02-07T06:49:40Z</dcterms:modified>
  <cp:category/>
</cp:coreProperties>
</file>