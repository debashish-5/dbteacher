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Advantages of Database Systems Over Traditional File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Comparative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471"/>
          </a:xfrm>
        </p:spPr>
        <p:txBody>
          <a:bodyPr>
            <a:normAutofit fontScale="90000"/>
          </a:bodyPr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2110"/>
            <a:ext cx="8229600" cy="5184054"/>
          </a:xfrm>
        </p:spPr>
        <p:txBody>
          <a:bodyPr>
            <a:normAutofit fontScale="92500"/>
          </a:bodyPr>
          <a:lstStyle/>
          <a:p>
            <a:r>
              <a:rPr dirty="0">
                <a:solidFill>
                  <a:srgbClr val="FF0000"/>
                </a:solidFill>
              </a:rPr>
              <a:t>What is a Traditional File System?</a:t>
            </a:r>
          </a:p>
          <a:p>
            <a:r>
              <a:rPr dirty="0"/>
              <a:t>- Stores data in files within a directory hierarchy.</a:t>
            </a:r>
          </a:p>
          <a:p>
            <a:r>
              <a:rPr dirty="0"/>
              <a:t>- Data access is managed by the operating system.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What is a Database System?</a:t>
            </a:r>
          </a:p>
          <a:p>
            <a:r>
              <a:rPr dirty="0"/>
              <a:t>- A structured collection of data with tools for retrieval, management, and modification.</a:t>
            </a:r>
          </a:p>
          <a:p>
            <a:r>
              <a:rPr dirty="0"/>
              <a:t>- Uses a Database Management System (DBMS).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Limitations of Traditional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redundancy and inconsistency.</a:t>
            </a:r>
          </a:p>
          <a:p>
            <a:r>
              <a:t>- Lack of data integration.</a:t>
            </a:r>
          </a:p>
          <a:p>
            <a:r>
              <a:t>- Limited data sharing and concurrent access.</a:t>
            </a:r>
          </a:p>
          <a:p>
            <a:r>
              <a:t>- Poor data security.</a:t>
            </a:r>
          </a:p>
          <a:p>
            <a:r>
              <a:t>- Difficulty in program-data independence.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Database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1. Data Integrity and Consistency</a:t>
            </a:r>
          </a:p>
          <a:p>
            <a:r>
              <a:rPr dirty="0"/>
              <a:t>   - Centralized control ensures reliable and consistent data.</a:t>
            </a:r>
          </a:p>
          <a:p>
            <a:r>
              <a:rPr dirty="0">
                <a:solidFill>
                  <a:srgbClr val="FF0000"/>
                </a:solidFill>
              </a:rPr>
              <a:t>2. Reduced Data Redundancy</a:t>
            </a:r>
          </a:p>
          <a:p>
            <a:r>
              <a:rPr dirty="0"/>
              <a:t>   - Eliminates duplicate storage through normalization.</a:t>
            </a:r>
          </a:p>
          <a:p>
            <a:r>
              <a:rPr dirty="0">
                <a:solidFill>
                  <a:srgbClr val="FF0000"/>
                </a:solidFill>
              </a:rPr>
              <a:t>3. Improved Data Sharing and Security</a:t>
            </a:r>
          </a:p>
          <a:p>
            <a:r>
              <a:rPr dirty="0"/>
              <a:t>   - Controlled access to sensitive data via authentication and authorization.</a:t>
            </a:r>
          </a:p>
          <a:p>
            <a:r>
              <a:rPr dirty="0">
                <a:solidFill>
                  <a:srgbClr val="FF0000"/>
                </a:solidFill>
              </a:rPr>
              <a:t>4. Data Independence</a:t>
            </a:r>
          </a:p>
          <a:p>
            <a:r>
              <a:rPr dirty="0"/>
              <a:t>   - Changes in database structure do not affect application programs.</a:t>
            </a:r>
          </a:p>
          <a:p>
            <a:r>
              <a:rPr dirty="0">
                <a:solidFill>
                  <a:srgbClr val="FF0000"/>
                </a:solidFill>
              </a:rPr>
              <a:t>5. Efficient Data Access</a:t>
            </a:r>
          </a:p>
          <a:p>
            <a:r>
              <a:rPr dirty="0"/>
              <a:t>   - Optimized query processing for quick and reliable data retrieval.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Advanced Features of Database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>
                <a:solidFill>
                  <a:srgbClr val="FF0000"/>
                </a:solidFill>
              </a:rPr>
              <a:t>Transaction Management</a:t>
            </a:r>
            <a:r>
              <a:rPr dirty="0"/>
              <a:t>: Ensures ACID properties (Atomicity, Consistency, Isolation, Durability).</a:t>
            </a:r>
          </a:p>
          <a:p>
            <a:r>
              <a:rPr dirty="0"/>
              <a:t>- </a:t>
            </a:r>
            <a:r>
              <a:rPr dirty="0">
                <a:solidFill>
                  <a:srgbClr val="FF0000"/>
                </a:solidFill>
              </a:rPr>
              <a:t>Concurrency Control: </a:t>
            </a:r>
            <a:r>
              <a:rPr dirty="0"/>
              <a:t>Enables multiple users to access data simultaneously without conflicts.</a:t>
            </a:r>
          </a:p>
          <a:p>
            <a:r>
              <a:rPr dirty="0"/>
              <a:t>- </a:t>
            </a:r>
            <a:r>
              <a:rPr dirty="0">
                <a:solidFill>
                  <a:srgbClr val="FF0000"/>
                </a:solidFill>
              </a:rPr>
              <a:t>Backup and Recovery: </a:t>
            </a:r>
            <a:r>
              <a:rPr dirty="0"/>
              <a:t>Safeguards data against failures or corruption.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Scenario 1: A Hospital Records System</a:t>
            </a:r>
          </a:p>
          <a:p>
            <a:r>
              <a:t>- File System: Difficult to manage overlapping patient records.</a:t>
            </a:r>
          </a:p>
          <a:p>
            <a:r>
              <a:t>- DBMS: Streamlined, secure access to centralized patient data.</a:t>
            </a:r>
          </a:p>
          <a:p>
            <a:endParaRPr/>
          </a:p>
          <a:p>
            <a:r>
              <a:t>Scenario 2: E-commerce Inventory Management</a:t>
            </a:r>
          </a:p>
          <a:p>
            <a:r>
              <a:t>- File System: Prone to errors with simultaneous updates.</a:t>
            </a:r>
          </a:p>
          <a:p>
            <a:r>
              <a:t>- DBMS: Ensures accurate, concurrent updates to inventory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Comparison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9" y="1925782"/>
            <a:ext cx="8506691" cy="401781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Database systems overcome many limitations of traditional file systems.</a:t>
            </a:r>
          </a:p>
          <a:p>
            <a:r>
              <a:t>- Offer better data integrity, security, sharing, and efficiency.</a:t>
            </a:r>
          </a:p>
          <a:p>
            <a:r>
              <a:t>- Essential for modern applications requiring robust data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endParaRPr/>
          </a:p>
          <a:p>
            <a:r>
              <a:t>Invite questions and discussions.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346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Advantages of Database Systems Over Traditional File Systems</vt:lpstr>
      <vt:lpstr>Introduction</vt:lpstr>
      <vt:lpstr>Limitations of Traditional File Systems</vt:lpstr>
      <vt:lpstr>Advantages of Database Systems</vt:lpstr>
      <vt:lpstr>Advanced Features of Database Systems</vt:lpstr>
      <vt:lpstr>Use Case Comparison</vt:lpstr>
      <vt:lpstr>Visual Comparison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Advantages of Database Systems Over Traditional File Systems</dc:title>
  <dc:subject/>
  <dc:creator/>
  <cp:keywords/>
  <dc:description>generated using python-pptx</dc:description>
  <cp:lastModifiedBy>Subhasish_Mohapatra</cp:lastModifiedBy>
  <cp:revision>5</cp:revision>
  <dcterms:created xsi:type="dcterms:W3CDTF">2013-01-27T09:14:16Z</dcterms:created>
  <dcterms:modified xsi:type="dcterms:W3CDTF">2025-01-08T10:29:39Z</dcterms:modified>
  <cp:category/>
</cp:coreProperties>
</file>