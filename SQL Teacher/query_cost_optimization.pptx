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Query Cost Estimation and Optimization Strategies in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Query Cost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Definition: Predicting the resources required to execute a query.</a:t>
            </a:r>
          </a:p>
          <a:p>
            <a:r>
              <a:t>- Importance: Helps select the most efficient execution plan.</a:t>
            </a:r>
          </a:p>
          <a:p>
            <a:r>
              <a:t>- Key Factors: Disk I/O, CPU usage, memory, and network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Query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Disk I/O Cost: Accessing data blocks.</a:t>
            </a:r>
          </a:p>
          <a:p>
            <a:r>
              <a:t>- CPU Cost: Processing tuples (comparisons, joins, etc.).</a:t>
            </a:r>
          </a:p>
          <a:p>
            <a:r>
              <a:t>- Network Cost: Data transfer (in distributed systems).</a:t>
            </a:r>
          </a:p>
          <a:p>
            <a:r>
              <a:t>- Total Cost = Disk I/O + CPU +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Access Cost: Time to read/write data. Example: Reading from a table with no index.</a:t>
            </a:r>
          </a:p>
          <a:p>
            <a:r>
              <a:t>- Search Cost: Time to locate records. Example: Using an index to find specific tuples.</a:t>
            </a:r>
          </a:p>
          <a:p>
            <a:r>
              <a:t>- Join Cost: Cost of combining relations. Example: Nested loops vs. hash joins.</a:t>
            </a:r>
          </a:p>
          <a:p>
            <a:r>
              <a:t>- Sort Cost: Time to order records. Example: Sorting tuples before merging.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Cost-Based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Evaluates multiple execution plans.</a:t>
            </a:r>
          </a:p>
          <a:p>
            <a:r>
              <a:t>- Estimates cost for each plan.</a:t>
            </a:r>
          </a:p>
          <a:p>
            <a:r>
              <a:t>- Selects the plan with the lowest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Uses rules of thumb.</a:t>
            </a:r>
          </a:p>
          <a:p>
            <a:r>
              <a:t>- Techniques:</a:t>
            </a:r>
          </a:p>
          <a:p>
            <a:r>
              <a:t>  - Push selections/projections close to base relations.</a:t>
            </a:r>
          </a:p>
          <a:p>
            <a:r>
              <a:t>  - Replace cartesian products + selection with joins.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Algorithms and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- Nested Loop Join:</a:t>
            </a:r>
          </a:p>
          <a:p>
            <a:r>
              <a:t>  - Cost: B(R) + (T(R) × B(S))</a:t>
            </a:r>
          </a:p>
          <a:p>
            <a:r>
              <a:t>  - Simple but expensive for large datasets.</a:t>
            </a:r>
          </a:p>
          <a:p>
            <a:r>
              <a:t>- Block Nested Loop Join:</a:t>
            </a:r>
          </a:p>
          <a:p>
            <a:r>
              <a:t>  - Cost: B(R) + (B(R) / (M - 2)) × B(S)</a:t>
            </a:r>
          </a:p>
          <a:p>
            <a:r>
              <a:t>  - Improves nested loop by reading blocks instead of individual tuples.</a:t>
            </a:r>
          </a:p>
          <a:p>
            <a:r>
              <a:t>- Sort-Merge Join:</a:t>
            </a:r>
          </a:p>
          <a:p>
            <a:r>
              <a:t>  - Cost: B(R) log B(R) + B(S) log B(S) + B(R) + B(S)</a:t>
            </a:r>
          </a:p>
          <a:p>
            <a:r>
              <a:t>  - Efficient when inputs are sorted.</a:t>
            </a:r>
          </a:p>
          <a:p>
            <a:r>
              <a:t>- Hash Join:</a:t>
            </a:r>
          </a:p>
          <a:p>
            <a:r>
              <a:t>  - Cost: 2 × (B(R) + B(S))</a:t>
            </a:r>
          </a:p>
          <a:p>
            <a:r>
              <a:t>  - Best for large datasets with sufficient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Calculation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- Given:</a:t>
            </a:r>
          </a:p>
          <a:p>
            <a:r>
              <a:t>  - R: 1000 tuples, 10 tuples/block → B(R) = 100</a:t>
            </a:r>
          </a:p>
          <a:p>
            <a:r>
              <a:t>  - S: 2000 tuples, 20 tuples/block → B(S) = 100</a:t>
            </a:r>
          </a:p>
          <a:p>
            <a:r>
              <a:t>  - Memory = 50 blocks</a:t>
            </a:r>
          </a:p>
          <a:p>
            <a:r>
              <a:t>- Cost Comparison:</a:t>
            </a:r>
          </a:p>
          <a:p>
            <a:r>
              <a:t>  - Nested Loop:</a:t>
            </a:r>
          </a:p>
          <a:p>
            <a:r>
              <a:t>    - Step 1: Read R once → 100 I/Os</a:t>
            </a:r>
          </a:p>
          <a:p>
            <a:r>
              <a:t>    - Step 2: For each tuple in R (1000), read S → 1000 × 100 = 100,000 I/Os</a:t>
            </a:r>
          </a:p>
          <a:p>
            <a:r>
              <a:t>    - Total = 100 + 100,000 = 100,100 I/Os</a:t>
            </a:r>
          </a:p>
          <a:p>
            <a:r>
              <a:t>  - Hash Join:</a:t>
            </a:r>
          </a:p>
          <a:p>
            <a:r>
              <a:t>    - Step 1: Build hash table for R → 100 I/Os</a:t>
            </a:r>
          </a:p>
          <a:p>
            <a:r>
              <a:t>    - Step 2: Probe hash table with S → 100 I/Os</a:t>
            </a:r>
          </a:p>
          <a:p>
            <a:r>
              <a:t>    - Total = 2 × (100 + 100) = 400 I/Os</a:t>
            </a:r>
          </a:p>
          <a:p>
            <a:r>
              <a:t>- Optimal Plan: Hash Join (400 I/Os)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Indexing: Use indexes for faster lookups.</a:t>
            </a:r>
          </a:p>
          <a:p>
            <a:r>
              <a:t>- Materialized Views: Store query results.</a:t>
            </a:r>
          </a:p>
          <a:p>
            <a:r>
              <a:t>- Join Order Optimization: Optimize join sequence.</a:t>
            </a:r>
          </a:p>
          <a:p>
            <a:r>
              <a:t>- Pipelining: Pass results directly between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Query cost estimation is crucial for performance.</a:t>
            </a:r>
          </a:p>
          <a:p>
            <a:r>
              <a:t>- Combine cost-based and heuristic strategies.</a:t>
            </a:r>
          </a:p>
          <a:p>
            <a:r>
              <a:t>- Optimal plans reduce execution time and resource usage.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Questions?</a:t>
            </a:r>
          </a:p>
          <a:p>
            <a:r>
              <a:t>-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578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Query Cost Estimation and Optimization Strategies in DBMS</vt:lpstr>
      <vt:lpstr>PowerPoint Presentation</vt:lpstr>
      <vt:lpstr>Introduction to Query Cost Estimation</vt:lpstr>
      <vt:lpstr>Components of Query Cost</vt:lpstr>
      <vt:lpstr>Cost Metrics</vt:lpstr>
      <vt:lpstr>Cost-Based Optimization</vt:lpstr>
      <vt:lpstr>Heuristic Optimization</vt:lpstr>
      <vt:lpstr>Join Algorithms and Cost Analysis</vt:lpstr>
      <vt:lpstr>Example Calculation (Step-by-Step)</vt:lpstr>
      <vt:lpstr>Optimization Techniques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Cost Estimation and Optimization Strategies in DBMS</dc:title>
  <dc:subject/>
  <dc:creator/>
  <cp:keywords/>
  <dc:description>generated using python-pptx</dc:description>
  <cp:lastModifiedBy>Subhasish_Mohapatra</cp:lastModifiedBy>
  <cp:revision>3</cp:revision>
  <dcterms:created xsi:type="dcterms:W3CDTF">2013-01-27T09:14:16Z</dcterms:created>
  <dcterms:modified xsi:type="dcterms:W3CDTF">2025-03-12T09:09:28Z</dcterms:modified>
  <cp:category/>
</cp:coreProperties>
</file>