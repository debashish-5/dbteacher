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Concurrency Problems in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Issues and Solutions in Multi-Transaction Environments</a:t>
            </a:r>
          </a:p>
          <a:p>
            <a:r>
              <a:t>Your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Concurrency in DBMS?</a:t>
            </a:r>
          </a:p>
          <a:p>
            <a:r>
              <a:t>- Multiple transactions executing simultaneously.</a:t>
            </a:r>
          </a:p>
          <a:p>
            <a:r>
              <a:t>- Can lead to data inconsistency if not managed properly.</a:t>
            </a:r>
          </a:p>
          <a:p>
            <a:endParaRPr/>
          </a:p>
          <a:p>
            <a:r>
              <a:t>Why is Concurrency Control Important?</a:t>
            </a:r>
          </a:p>
          <a:p>
            <a:r>
              <a:t>- Ensures data integrity and consistency.</a:t>
            </a:r>
          </a:p>
          <a:p>
            <a:r>
              <a:t>- Prevents conflicts between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Concurrency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Dirty Read</a:t>
            </a:r>
          </a:p>
          <a:p>
            <a:r>
              <a:t>2. Lost Update</a:t>
            </a:r>
          </a:p>
          <a:p>
            <a:r>
              <a:t>3. Unrepeatable Read</a:t>
            </a:r>
          </a:p>
          <a:p>
            <a:r>
              <a:t>4. Phantom Read</a:t>
            </a:r>
          </a:p>
          <a:p>
            <a:r>
              <a:t>5. Deadlock</a:t>
            </a:r>
          </a:p>
          <a:p>
            <a:r>
              <a:t>6. Write Skew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Dirty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 transaction reads uncommitted data from another transaction.</a:t>
            </a:r>
          </a:p>
          <a:p>
            <a:r>
              <a:t>Example:</a:t>
            </a:r>
          </a:p>
          <a:p>
            <a:r>
              <a:t>- Transaction A updates salary from $5000 to $6000 (not committed).</a:t>
            </a:r>
          </a:p>
          <a:p>
            <a:r>
              <a:t>- Transaction B reads $6000.</a:t>
            </a:r>
          </a:p>
          <a:p>
            <a:r>
              <a:t>- Transaction A rolls back; B has incorrect data.</a:t>
            </a:r>
          </a:p>
          <a:p>
            <a:r>
              <a:t>Solution: Use Read Committed isolation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Two transactions update the same data, but one update gets lost.</a:t>
            </a:r>
          </a:p>
          <a:p>
            <a:r>
              <a:t>Example:</a:t>
            </a:r>
          </a:p>
          <a:p>
            <a:r>
              <a:t>- Transaction A reads X=100, updates it to 120.</a:t>
            </a:r>
          </a:p>
          <a:p>
            <a:r>
              <a:t>- Transaction B reads X=100, updates it to 130.</a:t>
            </a:r>
          </a:p>
          <a:p>
            <a:r>
              <a:t>- B commits last, causing A’s update to be lost.</a:t>
            </a:r>
          </a:p>
          <a:p>
            <a:r>
              <a:t>Solution: Use locking mechanisms or Optimistic Concurrency Control (OCC).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Unrepeatable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 transaction reads the same data twice but gets different values due to another transaction’s update.</a:t>
            </a:r>
          </a:p>
          <a:p>
            <a:r>
              <a:t>Example:</a:t>
            </a:r>
          </a:p>
          <a:p>
            <a:r>
              <a:t>- Transaction A reads X=5000.</a:t>
            </a:r>
          </a:p>
          <a:p>
            <a:r>
              <a:t>- Transaction B updates X=7000 and commits.</a:t>
            </a:r>
          </a:p>
          <a:p>
            <a:r>
              <a:t>- A reads X again and sees 7000 instead of 5000.</a:t>
            </a:r>
          </a:p>
          <a:p>
            <a:r>
              <a:t>Solution: Use Repeatable Read isolation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Phantom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A transaction retrieves a different number of rows when executing the same query multiple times.</a:t>
            </a:r>
          </a:p>
          <a:p>
            <a:r>
              <a:t>Example:</a:t>
            </a:r>
          </a:p>
          <a:p>
            <a:r>
              <a:t>- Transaction A: SELECT COUNT(*) FROM students → 100 rows.</a:t>
            </a:r>
          </a:p>
          <a:p>
            <a:r>
              <a:t>- Transaction B: Inserts 5 students and commits.</a:t>
            </a:r>
          </a:p>
          <a:p>
            <a:r>
              <a:t>- Transaction A repeats query → 105 rows.</a:t>
            </a:r>
          </a:p>
          <a:p>
            <a:r>
              <a:t>Solution: Use Serializable isolation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Two or more transactions wait for each other’s locked resources, leading to an infinite wait.</a:t>
            </a:r>
          </a:p>
          <a:p>
            <a:r>
              <a:t>Example:</a:t>
            </a:r>
          </a:p>
          <a:p>
            <a:r>
              <a:t>- Transaction A locks Row 1 and waits for Row 2.</a:t>
            </a:r>
          </a:p>
          <a:p>
            <a:r>
              <a:t>- Transaction B locks Row 2 and waits for Row 1.</a:t>
            </a:r>
          </a:p>
          <a:p>
            <a:r>
              <a:t>- Neither can proceed.</a:t>
            </a:r>
          </a:p>
          <a:p>
            <a:r>
              <a:t>Solution:</a:t>
            </a:r>
          </a:p>
          <a:p>
            <a:r>
              <a:t>- Deadlock prevention: Wait-Die, Wound-Wait strategies.</a:t>
            </a:r>
          </a:p>
          <a:p>
            <a:r>
              <a:t>- Timeout-based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Write Skew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Occurs when multiple transactions read overlapping data and update different parts of it, causing inconsistency.</a:t>
            </a:r>
          </a:p>
          <a:p>
            <a:r>
              <a:t>Example:</a:t>
            </a:r>
          </a:p>
          <a:p>
            <a:r>
              <a:t>- Two doctors check that at least one is available.</a:t>
            </a:r>
          </a:p>
          <a:p>
            <a:r>
              <a:t>- Both schedule leave simultaneously.</a:t>
            </a:r>
          </a:p>
          <a:p>
            <a:r>
              <a:t>- Result: No doctors available.</a:t>
            </a:r>
          </a:p>
          <a:p>
            <a:r>
              <a:t>Solution: Use Serializable isolation or Two-Phase Locking (2PL).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to Concurrency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Locking Mechanisms</a:t>
            </a:r>
          </a:p>
          <a:p>
            <a:r>
              <a:t>   - Shared (S) Locks</a:t>
            </a:r>
          </a:p>
          <a:p>
            <a:r>
              <a:t>   - Exclusive (X) Locks</a:t>
            </a:r>
          </a:p>
          <a:p>
            <a:r>
              <a:t>2. Isolation Levels</a:t>
            </a:r>
          </a:p>
          <a:p>
            <a:r>
              <a:t>   - Read Uncommitted</a:t>
            </a:r>
          </a:p>
          <a:p>
            <a:r>
              <a:t>   - Read Committed</a:t>
            </a:r>
          </a:p>
          <a:p>
            <a:r>
              <a:t>   - Repeatable Read</a:t>
            </a:r>
          </a:p>
          <a:p>
            <a:r>
              <a:t>   - Serializable</a:t>
            </a:r>
          </a:p>
          <a:p>
            <a:r>
              <a:t>3. Timestamp Ordering</a:t>
            </a:r>
          </a:p>
          <a:p>
            <a:r>
              <a:t>4. Two-Phase Locking (2PL)</a:t>
            </a:r>
          </a:p>
          <a:p>
            <a:r>
              <a:t>5. Deadlock Prevention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Concurrency problems and solutions:</a:t>
            </a:r>
          </a:p>
          <a:p>
            <a:r>
              <a:t>- Dirty Read: Use Read Committed Isolation.</a:t>
            </a:r>
          </a:p>
          <a:p>
            <a:r>
              <a:t>- Lost Update: Use Locking (X Locks) or OCC.</a:t>
            </a:r>
          </a:p>
          <a:p>
            <a:r>
              <a:t>- Unrepeatable Read: Use Repeatable Read Isolation.</a:t>
            </a:r>
          </a:p>
          <a:p>
            <a:r>
              <a:t>- Phantom Read: Use Serializable Isolation.</a:t>
            </a:r>
          </a:p>
          <a:p>
            <a:r>
              <a:t>- Deadlock: Use Deadlock Prevention techniques.</a:t>
            </a:r>
          </a:p>
          <a:p>
            <a:r>
              <a:t>- Write Skew: Use Serializable Isolation or 2PL.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Concurrency issues arise when multiple transactions execute simultaneously.</a:t>
            </a:r>
          </a:p>
          <a:p>
            <a:r>
              <a:t>- Problems include Dirty Read, Lost Update, Unrepeatable Read, Phantom Read, Deadlock, and Write Skew.</a:t>
            </a:r>
          </a:p>
          <a:p>
            <a:r>
              <a:t>- Solutions include locking mechanisms, isolation levels, timestamp ordering, and deadlock prevention techniques.</a:t>
            </a:r>
          </a:p>
          <a:p>
            <a:r>
              <a:t>- Choosing the right concurrency control method ensures data consistency and system reliability.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Your Name | Contact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640</Words>
  <Application>Microsoft Office PowerPoint</Application>
  <PresentationFormat>On-screen Show (4:3)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Concurrency Problems in DBMS</vt:lpstr>
      <vt:lpstr>Introduction</vt:lpstr>
      <vt:lpstr>Common Concurrency Problems</vt:lpstr>
      <vt:lpstr>Dirty Read</vt:lpstr>
      <vt:lpstr>Lost Update</vt:lpstr>
      <vt:lpstr>Unrepeatable Read</vt:lpstr>
      <vt:lpstr>Phantom Read</vt:lpstr>
      <vt:lpstr>Deadlock</vt:lpstr>
      <vt:lpstr>Write Skew</vt:lpstr>
      <vt:lpstr>Solutions to Concurrency Problems</vt:lpstr>
      <vt:lpstr>Summary Table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Concurrency Problems in DBMS</dc:title>
  <dc:subject/>
  <dc:creator/>
  <cp:keywords/>
  <dc:description>generated using python-pptx</dc:description>
  <cp:lastModifiedBy>Subhasish_Mohapatra</cp:lastModifiedBy>
  <cp:revision>1</cp:revision>
  <dcterms:created xsi:type="dcterms:W3CDTF">2013-01-27T09:14:16Z</dcterms:created>
  <dcterms:modified xsi:type="dcterms:W3CDTF">2025-03-11T08:27:01Z</dcterms:modified>
  <cp:category/>
</cp:coreProperties>
</file>