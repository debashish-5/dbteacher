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Domain Relational Calculus (DRC)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Example and Explanation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What is Domain Relational Calculus?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DRC is a non-procedural query language used in relational databases.</a:t>
            </a:r>
          </a:p>
          <a:p>
            <a:r>
              <a:t>• It uses domain variables that take values from attribute domains.</a:t>
            </a:r>
          </a:p>
          <a:p>
            <a:r>
              <a:t>• Queries specify the desired results based on conditions rather than specifying how to get them.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Student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t>Roll_No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Course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Query 1: Names of Students in CS Course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dirty="0"/>
              <a:t>Query in DRC:</a:t>
            </a:r>
          </a:p>
          <a:p>
            <a:r>
              <a:rPr dirty="0"/>
              <a:t>{ x | ∃ a, b, c ( Student(a, x, b, c) ∧ c = 'CS' ) }</a:t>
            </a:r>
          </a:p>
          <a:p>
            <a:r>
              <a:rPr dirty="0" smtClean="0"/>
              <a:t>Explanation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dirty="0"/>
              <a:t>• x represents the Name attribute.</a:t>
            </a:r>
          </a:p>
          <a:p>
            <a:pPr marL="0" indent="0">
              <a:buNone/>
            </a:pPr>
            <a:r>
              <a:rPr dirty="0"/>
              <a:t>• a, b, c are other attributes.</a:t>
            </a:r>
          </a:p>
          <a:p>
            <a:pPr marL="0" indent="0">
              <a:buNone/>
            </a:pPr>
            <a:r>
              <a:rPr dirty="0"/>
              <a:t>• Condition ensures only CS students are selected.</a:t>
            </a:r>
          </a:p>
          <a:p>
            <a:endParaRPr dirty="0"/>
          </a:p>
          <a:p>
            <a:r>
              <a:rPr dirty="0"/>
              <a:t>Result: { 'Alice', 'Carol' 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Query 2: Roll Numbers of Students Aged Above 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Query in DRC:</a:t>
            </a:r>
          </a:p>
          <a:p>
            <a:r>
              <a:rPr dirty="0"/>
              <a:t>{ x | ∃ y, z, w ( Student(x, y, z, w) ∧ z &gt; 21 ) }</a:t>
            </a:r>
          </a:p>
          <a:p>
            <a:endParaRPr dirty="0"/>
          </a:p>
          <a:p>
            <a:r>
              <a:rPr dirty="0"/>
              <a:t>Explanation:</a:t>
            </a:r>
          </a:p>
          <a:p>
            <a:pPr marL="0" indent="0">
              <a:buNone/>
            </a:pPr>
            <a:r>
              <a:rPr dirty="0"/>
              <a:t>• x represents the </a:t>
            </a:r>
            <a:r>
              <a:rPr dirty="0" err="1"/>
              <a:t>Roll_No</a:t>
            </a:r>
            <a:r>
              <a:rPr dirty="0"/>
              <a:t> attribute.</a:t>
            </a:r>
          </a:p>
          <a:p>
            <a:pPr marL="0" indent="0">
              <a:buNone/>
            </a:pPr>
            <a:r>
              <a:rPr dirty="0"/>
              <a:t>• y, z, w are other attributes.</a:t>
            </a:r>
          </a:p>
          <a:p>
            <a:pPr marL="0" indent="0">
              <a:buNone/>
            </a:pPr>
            <a:r>
              <a:rPr dirty="0"/>
              <a:t>• Condition ensures students aged above 21 are selected.</a:t>
            </a:r>
          </a:p>
          <a:p>
            <a:endParaRPr dirty="0"/>
          </a:p>
          <a:p>
            <a:r>
              <a:rPr dirty="0"/>
              <a:t>Result: { 102, 104 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24126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23455"/>
            <a:ext cx="8229600" cy="5846618"/>
          </a:xfrm>
        </p:spPr>
        <p:txBody>
          <a:bodyPr numCol="2"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-- Create Employee Table</a:t>
            </a:r>
          </a:p>
          <a:p>
            <a:pPr marL="0" indent="0">
              <a:buNone/>
            </a:pPr>
            <a:r>
              <a:rPr lang="en-IN" dirty="0"/>
              <a:t>CREATE TABLE employee (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emp_id</a:t>
            </a:r>
            <a:r>
              <a:rPr lang="en-IN" dirty="0"/>
              <a:t> INT PRIMARY KEY,</a:t>
            </a:r>
          </a:p>
          <a:p>
            <a:pPr marL="0" indent="0">
              <a:buNone/>
            </a:pPr>
            <a:r>
              <a:rPr lang="en-IN" dirty="0"/>
              <a:t>    name VARCHAR(50),</a:t>
            </a:r>
          </a:p>
          <a:p>
            <a:pPr marL="0" indent="0">
              <a:buNone/>
            </a:pPr>
            <a:r>
              <a:rPr lang="en-IN" dirty="0"/>
              <a:t>    age INT,</a:t>
            </a:r>
          </a:p>
          <a:p>
            <a:pPr marL="0" indent="0">
              <a:buNone/>
            </a:pPr>
            <a:r>
              <a:rPr lang="en-IN" dirty="0"/>
              <a:t>    department VARCHAR(50),</a:t>
            </a:r>
          </a:p>
          <a:p>
            <a:pPr marL="0" indent="0">
              <a:buNone/>
            </a:pPr>
            <a:r>
              <a:rPr lang="en-IN" dirty="0"/>
              <a:t>    salary DECIMAL(10,2)</a:t>
            </a:r>
          </a:p>
          <a:p>
            <a:pPr marL="0" indent="0">
              <a:buNone/>
            </a:pPr>
            <a:r>
              <a:rPr lang="en-IN" dirty="0"/>
              <a:t>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-- Insert 10 rows into the Employee Table</a:t>
            </a:r>
          </a:p>
          <a:p>
            <a:pPr marL="0" indent="0">
              <a:buNone/>
            </a:pPr>
            <a:r>
              <a:rPr lang="en-IN" dirty="0"/>
              <a:t>INSERT INTO employee (</a:t>
            </a:r>
            <a:r>
              <a:rPr lang="en-IN" dirty="0" err="1"/>
              <a:t>emp_id</a:t>
            </a:r>
            <a:r>
              <a:rPr lang="en-IN" dirty="0"/>
              <a:t>, name, age, department, salary) VALUES</a:t>
            </a:r>
          </a:p>
          <a:p>
            <a:pPr marL="0" indent="0">
              <a:buNone/>
            </a:pPr>
            <a:r>
              <a:rPr lang="en-IN" dirty="0"/>
              <a:t>(1, 'Alice', 30, 'HR', 50000.00),</a:t>
            </a:r>
          </a:p>
          <a:p>
            <a:pPr marL="0" indent="0">
              <a:buNone/>
            </a:pPr>
            <a:r>
              <a:rPr lang="en-IN" dirty="0"/>
              <a:t>(2, 'Bob', 28, 'Finance', 55000.00),</a:t>
            </a:r>
          </a:p>
          <a:p>
            <a:pPr marL="0" indent="0">
              <a:buNone/>
            </a:pPr>
            <a:r>
              <a:rPr lang="en-IN" dirty="0"/>
              <a:t>(3, 'Charlie', 35, 'IT', 70000.00),</a:t>
            </a:r>
          </a:p>
          <a:p>
            <a:pPr marL="0" indent="0">
              <a:buNone/>
            </a:pPr>
            <a:r>
              <a:rPr lang="en-IN" dirty="0"/>
              <a:t>(4, 'David', 40, 'Marketing', 65000.00),</a:t>
            </a:r>
          </a:p>
          <a:p>
            <a:pPr marL="0" indent="0">
              <a:buNone/>
            </a:pPr>
            <a:r>
              <a:rPr lang="en-IN" dirty="0"/>
              <a:t>(5, 'Emma', 27, 'Sales', 48000.00),</a:t>
            </a:r>
          </a:p>
          <a:p>
            <a:pPr marL="0" indent="0">
              <a:buNone/>
            </a:pPr>
            <a:r>
              <a:rPr lang="en-IN" dirty="0"/>
              <a:t>(6, 'Frank', 32, 'IT', 72000.00),</a:t>
            </a:r>
          </a:p>
          <a:p>
            <a:pPr marL="0" indent="0">
              <a:buNone/>
            </a:pPr>
            <a:r>
              <a:rPr lang="en-IN" dirty="0"/>
              <a:t>(7, 'Grace', 29, 'HR', 51000.00),</a:t>
            </a:r>
          </a:p>
          <a:p>
            <a:pPr marL="0" indent="0">
              <a:buNone/>
            </a:pPr>
            <a:r>
              <a:rPr lang="en-IN" dirty="0"/>
              <a:t>(8, 'Hank', 38, 'Finance', 68000.00),</a:t>
            </a:r>
          </a:p>
          <a:p>
            <a:pPr marL="0" indent="0">
              <a:buNone/>
            </a:pPr>
            <a:r>
              <a:rPr lang="en-IN" dirty="0"/>
              <a:t>(9, 'Ivy', 26, 'Marketing', 46000.00),</a:t>
            </a:r>
          </a:p>
          <a:p>
            <a:pPr marL="0" indent="0">
              <a:buNone/>
            </a:pPr>
            <a:r>
              <a:rPr lang="en-IN" dirty="0"/>
              <a:t>(10, 'Jack', 33, 'Sales', 53000.00);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-- Update a specific column (salary) for </a:t>
            </a:r>
            <a:r>
              <a:rPr lang="en-IN" dirty="0"/>
              <a:t>employee with </a:t>
            </a:r>
            <a:r>
              <a:rPr lang="en-IN" dirty="0" err="1"/>
              <a:t>emp_id</a:t>
            </a:r>
            <a:r>
              <a:rPr lang="en-IN" dirty="0"/>
              <a:t> = 3</a:t>
            </a:r>
          </a:p>
          <a:p>
            <a:pPr marL="0" indent="0">
              <a:buNone/>
            </a:pPr>
            <a:r>
              <a:rPr lang="en-IN" dirty="0"/>
              <a:t>UPDATE employee </a:t>
            </a:r>
          </a:p>
          <a:p>
            <a:pPr marL="0" indent="0">
              <a:buNone/>
            </a:pPr>
            <a:r>
              <a:rPr lang="en-IN" dirty="0"/>
              <a:t>SET salary = 75000.00 </a:t>
            </a:r>
          </a:p>
          <a:p>
            <a:pPr marL="0" indent="0">
              <a:buNone/>
            </a:pPr>
            <a:r>
              <a:rPr lang="en-IN" dirty="0"/>
              <a:t>WHERE </a:t>
            </a:r>
            <a:r>
              <a:rPr lang="en-IN" dirty="0" err="1"/>
              <a:t>emp_id</a:t>
            </a:r>
            <a:r>
              <a:rPr lang="en-IN" dirty="0"/>
              <a:t> = 3;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-- Verify update</a:t>
            </a:r>
          </a:p>
          <a:p>
            <a:pPr marL="0" indent="0">
              <a:buNone/>
            </a:pPr>
            <a:r>
              <a:rPr lang="en-IN" dirty="0"/>
              <a:t>SELECT * FROM employee WHERE </a:t>
            </a:r>
            <a:r>
              <a:rPr lang="en-IN" dirty="0" err="1"/>
              <a:t>emp_id</a:t>
            </a:r>
            <a:r>
              <a:rPr lang="en-IN" dirty="0"/>
              <a:t> = 3</a:t>
            </a:r>
            <a:r>
              <a:rPr lang="en-IN" dirty="0" smtClean="0"/>
              <a:t>;</a:t>
            </a:r>
          </a:p>
          <a:p>
            <a:pPr marL="0" indent="0">
              <a:buNone/>
            </a:pPr>
            <a:r>
              <a:rPr lang="en-US" i="1" dirty="0" smtClean="0">
                <a:solidFill>
                  <a:srgbClr val="FF0000"/>
                </a:solidFill>
              </a:rPr>
              <a:t>-To show table</a:t>
            </a:r>
            <a:endParaRPr lang="en-IN" i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dirty="0"/>
              <a:t>DESC employee;</a:t>
            </a:r>
          </a:p>
        </p:txBody>
      </p:sp>
    </p:spTree>
    <p:extLst>
      <p:ext uri="{BB962C8B-B14F-4D97-AF65-F5344CB8AC3E}">
        <p14:creationId xmlns:p14="http://schemas.microsoft.com/office/powerpoint/2010/main" val="3318600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608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emp_id</a:t>
            </a:r>
            <a:r>
              <a:rPr lang="en-US" dirty="0"/>
              <a:t>, name, salary, salary + (salary * 0.10) AS </a:t>
            </a:r>
            <a:r>
              <a:rPr lang="en-US" dirty="0" err="1"/>
              <a:t>increased_salary</a:t>
            </a:r>
            <a:r>
              <a:rPr lang="en-US" dirty="0"/>
              <a:t> FROM employee</a:t>
            </a:r>
            <a:r>
              <a:rPr lang="en-US" dirty="0" smtClean="0"/>
              <a:t>;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ALTER TABLE employee ADD COLUMN bonus DECIMAL(10,2</a:t>
            </a:r>
            <a:r>
              <a:rPr lang="en-US" dirty="0" smtClean="0"/>
              <a:t>);</a:t>
            </a:r>
          </a:p>
          <a:p>
            <a:r>
              <a:rPr lang="en-US" dirty="0"/>
              <a:t>ALTER TABLE employee MODIFY COLUMN salary DECIMAL(12,2</a:t>
            </a:r>
            <a:r>
              <a:rPr lang="en-US" dirty="0" smtClean="0"/>
              <a:t>);</a:t>
            </a:r>
          </a:p>
          <a:p>
            <a:r>
              <a:rPr lang="en-US" dirty="0"/>
              <a:t>ALTER TABLE employee CHANGE COLUMN age </a:t>
            </a:r>
            <a:r>
              <a:rPr lang="en-US" dirty="0" err="1"/>
              <a:t>employee_age</a:t>
            </a:r>
            <a:r>
              <a:rPr lang="en-US" dirty="0"/>
              <a:t> INT</a:t>
            </a:r>
            <a:r>
              <a:rPr lang="en-US" dirty="0" smtClean="0"/>
              <a:t>;</a:t>
            </a:r>
          </a:p>
          <a:p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537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37290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480</Words>
  <Application>Microsoft Office PowerPoint</Application>
  <PresentationFormat>On-screen Show (4:3)</PresentationFormat>
  <Paragraphs>82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Domain Relational Calculus (DRC)</vt:lpstr>
      <vt:lpstr>What is Domain Relational Calculus?</vt:lpstr>
      <vt:lpstr>Example: Student Table</vt:lpstr>
      <vt:lpstr>Query 1: Names of Students in CS Course</vt:lpstr>
      <vt:lpstr>Query 2: Roll Numbers of Students Aged Above 21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Domain Relational Calculus (DRC)</dc:title>
  <dc:subject/>
  <dc:creator/>
  <cp:keywords/>
  <dc:description>generated using python-pptx</dc:description>
  <cp:lastModifiedBy>Subhasish_Mohapatra</cp:lastModifiedBy>
  <cp:revision>6</cp:revision>
  <dcterms:created xsi:type="dcterms:W3CDTF">2013-01-27T09:14:16Z</dcterms:created>
  <dcterms:modified xsi:type="dcterms:W3CDTF">2025-02-20T10:21:12Z</dcterms:modified>
  <cp:category/>
</cp:coreProperties>
</file>