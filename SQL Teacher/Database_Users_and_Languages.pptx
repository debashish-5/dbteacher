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i="1" dirty="0">
                <a:solidFill>
                  <a:srgbClr val="00B050"/>
                </a:solidFill>
              </a:rPr>
              <a:t>Database Users and Types of Database Language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1" y="3886200"/>
            <a:ext cx="8167254" cy="1752600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Roles and Languages in Database Management </a:t>
            </a:r>
            <a:r>
              <a:rPr dirty="0" smtClean="0">
                <a:solidFill>
                  <a:srgbClr val="FF0000"/>
                </a:solidFill>
              </a:rPr>
              <a:t>Systems </a:t>
            </a:r>
            <a:r>
              <a:rPr dirty="0">
                <a:solidFill>
                  <a:srgbClr val="FF0000"/>
                </a:solidFill>
              </a:rPr>
              <a:t>(DBMS</a:t>
            </a:r>
            <a:r>
              <a:rPr dirty="0" smtClean="0">
                <a:solidFill>
                  <a:srgbClr val="FF0000"/>
                </a:solidFill>
              </a:rPr>
              <a:t>)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By Subhasish Mohapatra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6744"/>
          </a:xfrm>
        </p:spPr>
        <p:txBody>
          <a:bodyPr>
            <a:normAutofit fontScale="90000"/>
          </a:bodyPr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1382"/>
            <a:ext cx="8229600" cy="53201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b="1" i="1" dirty="0">
                <a:solidFill>
                  <a:srgbClr val="0070C0"/>
                </a:solidFill>
              </a:rPr>
              <a:t>What is a Database User?</a:t>
            </a:r>
          </a:p>
          <a:p>
            <a:r>
              <a:rPr dirty="0"/>
              <a:t>- A database user interacts with the database system to retrieve, update, or manage data.</a:t>
            </a:r>
          </a:p>
          <a:p>
            <a:r>
              <a:rPr dirty="0"/>
              <a:t>- Users can have different roles depending on their responsibilities.</a:t>
            </a:r>
          </a:p>
          <a:p>
            <a:pPr marL="0" indent="0">
              <a:buNone/>
            </a:pPr>
            <a:r>
              <a:rPr b="1" i="1" dirty="0" smtClean="0">
                <a:solidFill>
                  <a:srgbClr val="0070C0"/>
                </a:solidFill>
              </a:rPr>
              <a:t>What </a:t>
            </a:r>
            <a:r>
              <a:rPr b="1" i="1" dirty="0">
                <a:solidFill>
                  <a:srgbClr val="0070C0"/>
                </a:solidFill>
              </a:rPr>
              <a:t>are Database Languages?</a:t>
            </a:r>
          </a:p>
          <a:p>
            <a:r>
              <a:rPr dirty="0"/>
              <a:t>- Set of commands used to define, manipulate, and control data in a database.</a:t>
            </a:r>
          </a:p>
          <a:p>
            <a:r>
              <a:rPr dirty="0"/>
              <a:t>- Facilitates communication between users and the DBMS.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2889"/>
          </a:xfrm>
        </p:spPr>
        <p:txBody>
          <a:bodyPr>
            <a:normAutofit fontScale="90000"/>
          </a:bodyPr>
          <a:lstStyle/>
          <a:p>
            <a:r>
              <a:rPr dirty="0"/>
              <a:t>Types of Database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527"/>
            <a:ext cx="8229600" cy="547254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b="1" i="1" dirty="0">
                <a:solidFill>
                  <a:srgbClr val="00B050"/>
                </a:solidFill>
              </a:rPr>
              <a:t>1. Database Administrator (DBA)</a:t>
            </a:r>
          </a:p>
          <a:p>
            <a:r>
              <a:rPr dirty="0"/>
              <a:t>- Manages the overall database system.</a:t>
            </a:r>
          </a:p>
          <a:p>
            <a:r>
              <a:rPr dirty="0"/>
              <a:t>- Responsible for installation, configuration, security, backups, and troubleshooting.</a:t>
            </a:r>
          </a:p>
          <a:p>
            <a:endParaRPr dirty="0"/>
          </a:p>
          <a:p>
            <a:pPr marL="0" indent="0">
              <a:buNone/>
            </a:pPr>
            <a:r>
              <a:rPr b="1" dirty="0">
                <a:solidFill>
                  <a:srgbClr val="00B050"/>
                </a:solidFill>
              </a:rPr>
              <a:t>2. Application Programmers</a:t>
            </a:r>
          </a:p>
          <a:p>
            <a:r>
              <a:rPr dirty="0"/>
              <a:t>- Develop applications that interact with the database.</a:t>
            </a:r>
          </a:p>
          <a:p>
            <a:r>
              <a:rPr dirty="0"/>
              <a:t>- Use high-level programming languages with embedded database commands.</a:t>
            </a:r>
          </a:p>
          <a:p>
            <a:endParaRPr dirty="0"/>
          </a:p>
          <a:p>
            <a:pPr marL="0" indent="0">
              <a:buNone/>
            </a:pPr>
            <a:r>
              <a:rPr b="1" dirty="0">
                <a:solidFill>
                  <a:srgbClr val="00B050"/>
                </a:solidFill>
              </a:rPr>
              <a:t>3. End Users</a:t>
            </a:r>
          </a:p>
          <a:p>
            <a:r>
              <a:rPr dirty="0"/>
              <a:t>- Interact with the database indirectly through applications or query tools.</a:t>
            </a:r>
          </a:p>
          <a:p>
            <a:r>
              <a:rPr dirty="0"/>
              <a:t>- Types: Casual Users, Naive Users.</a:t>
            </a:r>
          </a:p>
          <a:p>
            <a:endParaRPr dirty="0"/>
          </a:p>
          <a:p>
            <a:pPr marL="0" indent="0">
              <a:buNone/>
            </a:pPr>
            <a:r>
              <a:rPr b="1" i="1" dirty="0">
                <a:solidFill>
                  <a:srgbClr val="00B050"/>
                </a:solidFill>
              </a:rPr>
              <a:t>4. System Analysts and Designers</a:t>
            </a:r>
          </a:p>
          <a:p>
            <a:r>
              <a:rPr dirty="0"/>
              <a:t>- Plan, design, and structure the database.</a:t>
            </a:r>
          </a:p>
          <a:p>
            <a:r>
              <a:rPr dirty="0"/>
              <a:t>- Ensure it meets business requirements.</a:t>
            </a:r>
          </a:p>
          <a:p>
            <a:endParaRPr dirty="0"/>
          </a:p>
          <a:p>
            <a:pPr marL="0" indent="0">
              <a:buNone/>
            </a:pPr>
            <a:r>
              <a:rPr b="1" i="1" dirty="0">
                <a:solidFill>
                  <a:srgbClr val="00B050"/>
                </a:solidFill>
              </a:rPr>
              <a:t>5. Database Designers</a:t>
            </a:r>
          </a:p>
          <a:p>
            <a:r>
              <a:rPr dirty="0"/>
              <a:t>- Define the schema or structure of the database.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9035"/>
          </a:xfrm>
        </p:spPr>
        <p:txBody>
          <a:bodyPr>
            <a:normAutofit fontScale="90000"/>
          </a:bodyPr>
          <a:lstStyle/>
          <a:p>
            <a:r>
              <a:rPr dirty="0"/>
              <a:t>Types of Database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4617"/>
            <a:ext cx="8229600" cy="526472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1. Data Definition Language (DDL)</a:t>
            </a:r>
          </a:p>
          <a:p>
            <a:r>
              <a:rPr dirty="0"/>
              <a:t>- Used to define database schema and structure.</a:t>
            </a:r>
          </a:p>
          <a:p>
            <a:r>
              <a:rPr dirty="0"/>
              <a:t>- Commands: CREATE, ALTER, DROP.</a:t>
            </a:r>
          </a:p>
          <a:p>
            <a:endParaRPr dirty="0"/>
          </a:p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2. Data Manipulation Language (DML)</a:t>
            </a:r>
          </a:p>
          <a:p>
            <a:r>
              <a:rPr dirty="0"/>
              <a:t>- For data retrieval, insertion, updating, and deletion.</a:t>
            </a:r>
          </a:p>
          <a:p>
            <a:r>
              <a:rPr dirty="0"/>
              <a:t>- Commands: SELECT, INSERT, UPDATE, DELETE.</a:t>
            </a:r>
          </a:p>
          <a:p>
            <a:endParaRPr dirty="0"/>
          </a:p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3. Data Control Language (DCL)</a:t>
            </a:r>
          </a:p>
          <a:p>
            <a:r>
              <a:rPr dirty="0"/>
              <a:t>- Controls access to data and database objects.</a:t>
            </a:r>
          </a:p>
          <a:p>
            <a:r>
              <a:rPr dirty="0"/>
              <a:t>- Commands: GRANT, REVOKE.</a:t>
            </a:r>
          </a:p>
          <a:p>
            <a:endParaRPr dirty="0"/>
          </a:p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4. Transaction Control Language (TCL)</a:t>
            </a:r>
          </a:p>
          <a:p>
            <a:r>
              <a:rPr dirty="0"/>
              <a:t>- Manages database transactions.</a:t>
            </a:r>
          </a:p>
          <a:p>
            <a:r>
              <a:rPr dirty="0"/>
              <a:t>- Commands: COMMIT, ROLLBACK, SAVEPOINT.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(Structured Query Language)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SQL is the primary language used in relational databases.</a:t>
            </a:r>
          </a:p>
          <a:p>
            <a:r>
              <a:t>- Combines DDL, DML, DCL, and TCL commands into one unified language.</a:t>
            </a:r>
          </a:p>
          <a:p>
            <a:r>
              <a:t>- Used in popular RDBMS like MySQL, PostgreSQL, Oracle, and SQL Server.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Visual Comparison of Database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14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| Language Type   | Common Commands                      </a:t>
            </a:r>
          </a:p>
          <a:p>
            <a:pPr marL="0" indent="0">
              <a:buNone/>
            </a:pPr>
            <a:r>
              <a:rPr dirty="0"/>
              <a:t>|-----------------|---------------------------------------|</a:t>
            </a:r>
          </a:p>
          <a:p>
            <a:pPr marL="0" indent="0">
              <a:buNone/>
            </a:pPr>
            <a:r>
              <a:rPr dirty="0"/>
              <a:t>| DDL             | </a:t>
            </a:r>
            <a:r>
              <a:rPr dirty="0">
                <a:solidFill>
                  <a:srgbClr val="FF0000"/>
                </a:solidFill>
              </a:rPr>
              <a:t>CREATE, ALTER, DROP                  </a:t>
            </a:r>
            <a:r>
              <a:rPr dirty="0"/>
              <a:t>|</a:t>
            </a:r>
          </a:p>
          <a:p>
            <a:pPr marL="0" indent="0">
              <a:buNone/>
            </a:pPr>
            <a:r>
              <a:rPr dirty="0"/>
              <a:t>| DML             | </a:t>
            </a:r>
            <a:r>
              <a:rPr dirty="0">
                <a:solidFill>
                  <a:srgbClr val="FFC000"/>
                </a:solidFill>
              </a:rPr>
              <a:t>SELECT, INSERT, UPDATE, DELETE       </a:t>
            </a:r>
            <a:endParaRPr dirty="0"/>
          </a:p>
          <a:p>
            <a:pPr marL="0" indent="0">
              <a:buNone/>
            </a:pPr>
            <a:r>
              <a:rPr dirty="0"/>
              <a:t>| DCL             | </a:t>
            </a:r>
            <a:r>
              <a:rPr dirty="0">
                <a:solidFill>
                  <a:srgbClr val="C00000"/>
                </a:solidFill>
              </a:rPr>
              <a:t>GRANT, REVOKE                        </a:t>
            </a:r>
            <a:r>
              <a:rPr dirty="0"/>
              <a:t>|</a:t>
            </a:r>
          </a:p>
          <a:p>
            <a:pPr marL="0" indent="0">
              <a:buNone/>
            </a:pPr>
            <a:r>
              <a:rPr dirty="0"/>
              <a:t>| TCL             | </a:t>
            </a:r>
            <a:r>
              <a:rPr dirty="0">
                <a:solidFill>
                  <a:srgbClr val="7030A0"/>
                </a:solidFill>
              </a:rPr>
              <a:t>COMMIT, ROLLBACK, SAVEPOINT          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 smtClean="0"/>
              <a:t>Database </a:t>
            </a:r>
            <a:r>
              <a:rPr dirty="0"/>
              <a:t>Users: Different roles like DBAs, developers, and end users interact with the database in various ways.</a:t>
            </a:r>
          </a:p>
          <a:p>
            <a:pPr algn="just"/>
            <a:r>
              <a:rPr dirty="0" smtClean="0"/>
              <a:t>Database </a:t>
            </a:r>
            <a:r>
              <a:rPr dirty="0"/>
              <a:t>Languages: DDL, DML, DCL, and TCL are used to define, manipulate, control, and manage data in databases.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sz="6600" dirty="0">
                <a:solidFill>
                  <a:srgbClr val="FF0000"/>
                </a:solidFill>
              </a:rPr>
              <a:t>Thank you!</a:t>
            </a:r>
          </a:p>
          <a:p>
            <a:pPr marL="0" indent="0">
              <a:buNone/>
            </a:pPr>
            <a:endParaRPr sz="6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458</Words>
  <Application>Microsoft Office PowerPoint</Application>
  <PresentationFormat>On-screen Show (4:3)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Database Users and Types of Database Language</vt:lpstr>
      <vt:lpstr>Introduction</vt:lpstr>
      <vt:lpstr>Types of Database Users</vt:lpstr>
      <vt:lpstr>Types of Database Languages</vt:lpstr>
      <vt:lpstr>SQL (Structured Query Language)</vt:lpstr>
      <vt:lpstr>Visual Comparison of Database Languages</vt:lpstr>
      <vt:lpstr>Summary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Users and Types of Database Language</dc:title>
  <dc:subject/>
  <dc:creator/>
  <cp:keywords/>
  <dc:description>generated using python-pptx</dc:description>
  <cp:lastModifiedBy>Subhasish_Mohapatra</cp:lastModifiedBy>
  <cp:revision>18</cp:revision>
  <dcterms:created xsi:type="dcterms:W3CDTF">2013-01-27T09:14:16Z</dcterms:created>
  <dcterms:modified xsi:type="dcterms:W3CDTF">2025-03-12T06:15:50Z</dcterms:modified>
  <cp:category/>
</cp:coreProperties>
</file>